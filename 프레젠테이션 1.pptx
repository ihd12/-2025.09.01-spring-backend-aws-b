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presProps" Target="presProps.xml"  /><Relationship Id="rId4" Type="http://schemas.openxmlformats.org/officeDocument/2006/relationships/viewProps" Target="viewProps.xml"  /><Relationship Id="rId5" Type="http://schemas.openxmlformats.org/officeDocument/2006/relationships/theme" Target="theme/theme1.xml"  /><Relationship Id="rId6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6674620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화면 슬라이드 쇼(4:3)</ep:PresentationFormat>
  <ep:Paragraphs>2</ep:Paragraphs>
  <ep:Slides>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한컴오피스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2026-02-19T06:56:52.411</dcterms:created>
  <dc:creator>it</dc:creator>
  <cp:lastModifiedBy>it</cp:lastModifiedBy>
  <dcterms:modified xsi:type="dcterms:W3CDTF">2026-02-19T06:57:04.984</dcterms:modified>
  <cp:revision>1</cp:revision>
  <cp:version>12.0.0.4426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